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Governance Control Tower – Technical Deep Dive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 Theme (Gray + Navy)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Responsible AI governance</a:t>
            </a:r>
          </a:p>
          <a:p>
            <a:pPr>
              <a:defRPr sz="2000"/>
            </a:pPr>
            <a:r>
              <a:t>Risk scoring</a:t>
            </a:r>
          </a:p>
          <a:p>
            <a:pPr>
              <a:defRPr sz="2000"/>
            </a:pPr>
            <a:r>
              <a:t>Incident logging</a:t>
            </a:r>
          </a:p>
          <a:p>
            <a:pPr>
              <a:defRPr sz="2000"/>
            </a:pPr>
            <a:r>
              <a:t>Dashboard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FastAPI backend</a:t>
            </a:r>
          </a:p>
          <a:p>
            <a:pPr>
              <a:defRPr sz="2000"/>
            </a:pPr>
            <a:r>
              <a:t>Dashboard frontend</a:t>
            </a:r>
          </a:p>
          <a:p>
            <a:pPr>
              <a:defRPr sz="2000"/>
            </a:pPr>
            <a:r>
              <a:t>SQLite database</a:t>
            </a:r>
          </a:p>
          <a:p>
            <a:pPr>
              <a:defRPr sz="2000"/>
            </a:pPr>
            <a:r>
              <a:t>Governance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(FastAPI)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Endpoints</a:t>
            </a:r>
          </a:p>
          <a:p>
            <a:pPr>
              <a:defRPr sz="2000"/>
            </a:pPr>
            <a:r>
              <a:t>Gateway</a:t>
            </a:r>
          </a:p>
          <a:p>
            <a:pPr>
              <a:defRPr sz="2000"/>
            </a:pPr>
            <a:r>
              <a:t>Mock mode toggle</a:t>
            </a:r>
          </a:p>
          <a:p>
            <a:pPr>
              <a:defRPr sz="2000"/>
            </a:pPr>
            <a:r>
              <a:t>Risk scoring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(Jinja + Chart.js)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Systems</a:t>
            </a:r>
          </a:p>
          <a:p>
            <a:pPr>
              <a:defRPr sz="2000"/>
            </a:pPr>
            <a:r>
              <a:t>Runs</a:t>
            </a:r>
          </a:p>
          <a:p>
            <a:pPr>
              <a:defRPr sz="2000"/>
            </a:pPr>
            <a:r>
              <a:t>Incidents</a:t>
            </a:r>
          </a:p>
          <a:p>
            <a:pPr>
              <a:defRPr sz="2000"/>
            </a:pPr>
            <a:r>
              <a:t>Heatmap</a:t>
            </a:r>
          </a:p>
          <a:p>
            <a:pPr>
              <a:defRPr sz="2000"/>
            </a:pPr>
            <a:r>
              <a:t>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(SQLite)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Systems table</a:t>
            </a:r>
          </a:p>
          <a:p>
            <a:pPr>
              <a:defRPr sz="2000"/>
            </a:pPr>
            <a:r>
              <a:t>Runs table</a:t>
            </a:r>
          </a:p>
          <a:p>
            <a:pPr>
              <a:defRPr sz="2000"/>
            </a:pPr>
            <a:r>
              <a:t>Incidents table</a:t>
            </a:r>
          </a:p>
          <a:p>
            <a:pPr>
              <a:defRPr sz="2000"/>
            </a:pPr>
            <a:r>
              <a:t>Metadata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Model call</a:t>
            </a:r>
          </a:p>
          <a:p>
            <a:pPr>
              <a:defRPr sz="2000"/>
            </a:pPr>
            <a:r>
              <a:t>Mock mode</a:t>
            </a:r>
          </a:p>
          <a:p>
            <a:pPr>
              <a:defRPr sz="2000"/>
            </a:pPr>
            <a:r>
              <a:t>Safety flags</a:t>
            </a:r>
          </a:p>
          <a:p>
            <a:pPr>
              <a:defRPr sz="2000"/>
            </a:pPr>
            <a:r>
              <a:t>Risk scoring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Offline operation</a:t>
            </a:r>
          </a:p>
          <a:p>
            <a:pPr>
              <a:defRPr sz="2000"/>
            </a:pPr>
            <a:r>
              <a:t>Simulated model output</a:t>
            </a:r>
          </a:p>
          <a:p>
            <a:pPr>
              <a:defRPr sz="2000"/>
            </a:pPr>
            <a:r>
              <a:t>Simulated safety flags</a:t>
            </a:r>
          </a:p>
          <a:p>
            <a:pPr>
              <a:defRPr sz="2000"/>
            </a:pPr>
            <a:r>
              <a:t>Recommended for judging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OpenAI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Real model call</a:t>
            </a:r>
          </a:p>
          <a:p>
            <a:pPr>
              <a:defRPr sz="2000"/>
            </a:pPr>
            <a:r>
              <a:t>Requires credits</a:t>
            </a:r>
          </a:p>
          <a:p>
            <a:pPr>
              <a:defRPr sz="2000"/>
            </a:pPr>
            <a:r>
              <a:t>Failure modes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Low</a:t>
            </a:r>
          </a:p>
          <a:p>
            <a:pPr>
              <a:defRPr sz="2000"/>
            </a:pPr>
            <a:r>
              <a:t>Medium</a:t>
            </a:r>
          </a:p>
          <a:p>
            <a:pPr>
              <a:defRPr sz="2000"/>
            </a:pPr>
            <a:r>
              <a:t>High</a:t>
            </a:r>
          </a:p>
          <a:p>
            <a:pPr>
              <a:defRPr sz="2000"/>
            </a:pPr>
            <a:r>
              <a:t>Based on safety flags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Triggers</a:t>
            </a:r>
          </a:p>
          <a:p>
            <a:pPr>
              <a:defRPr sz="2000"/>
            </a:pPr>
            <a:r>
              <a:t>Severity levels</a:t>
            </a:r>
          </a:p>
          <a:p>
            <a:pPr>
              <a:defRPr sz="2000"/>
            </a:pPr>
            <a:r>
              <a:t>Audit timeline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Scan (PII + Types)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Column-level governance</a:t>
            </a:r>
          </a:p>
          <a:p>
            <a:pPr>
              <a:defRPr sz="2000"/>
            </a:pPr>
            <a:r>
              <a:t>PII detection</a:t>
            </a:r>
          </a:p>
          <a:p>
            <a:pPr>
              <a:defRPr sz="2000"/>
            </a:pPr>
            <a:r>
              <a:t>Numeric / Free-text</a:t>
            </a:r>
          </a:p>
          <a:p>
            <a:pPr>
              <a:defRPr sz="2000"/>
            </a:pPr>
            <a:r>
              <a:t>Metadata storage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Register system</a:t>
            </a:r>
          </a:p>
          <a:p>
            <a:pPr>
              <a:defRPr sz="2000"/>
            </a:pPr>
            <a:r>
              <a:t>Trigger run</a:t>
            </a:r>
          </a:p>
          <a:p>
            <a:pPr>
              <a:defRPr sz="2000"/>
            </a:pPr>
            <a:r>
              <a:t>View dashboard</a:t>
            </a:r>
          </a:p>
          <a:p>
            <a:pPr>
              <a:defRPr sz="2000"/>
            </a:pPr>
            <a:r>
              <a:t>Inspect incidents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No runs → OpenAI credits</a:t>
            </a:r>
          </a:p>
          <a:p>
            <a:pPr>
              <a:defRPr sz="2000"/>
            </a:pPr>
            <a:r>
              <a:t>No incidents → harmless input</a:t>
            </a:r>
          </a:p>
          <a:p>
            <a:pPr>
              <a:defRPr sz="2000"/>
            </a:pPr>
            <a:r>
              <a:t>Charts empty → model failure</a:t>
            </a:r>
          </a:p>
          <a:p>
            <a:pPr>
              <a:defRPr sz="2000"/>
            </a:pPr>
            <a:r>
              <a:t>Mock mode fixes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Schema versioning</a:t>
            </a:r>
          </a:p>
          <a:p>
            <a:pPr>
              <a:defRPr sz="2000"/>
            </a:pPr>
            <a:r>
              <a:t>Lineage tracking</a:t>
            </a:r>
          </a:p>
          <a:p>
            <a:pPr>
              <a:defRPr sz="2000"/>
            </a:pPr>
            <a:r>
              <a:t>Automated compliance checks</a:t>
            </a:r>
          </a:p>
          <a:p>
            <a:pPr>
              <a:defRPr sz="2000"/>
            </a:pPr>
            <a:r>
              <a:t>Risk heatmaps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