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Governance Control Tower – Technical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Colorful Product Demo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FastAPI</a:t>
            </a:r>
          </a:p>
          <a:p>
            <a:pPr>
              <a:defRPr sz="2000"/>
            </a:pPr>
            <a:r>
              <a:t>Governance Engine</a:t>
            </a:r>
          </a:p>
          <a:p>
            <a:pPr>
              <a:defRPr sz="2000"/>
            </a:pPr>
            <a:r>
              <a:t>SQLite</a:t>
            </a:r>
          </a:p>
          <a:p>
            <a:pPr>
              <a:defRPr sz="2000"/>
            </a:pPr>
            <a:r>
              <a:t>Dashboard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Input → Flags → Risk → Incident → Audit</a:t>
            </a:r>
          </a:p>
        </p:txBody>
      </p:sp>
      <p:pic>
        <p:nvPicPr>
          <p:cNvPr id="4" name="Picture 3" descr="governanc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Column-Level Metadata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PII detection</a:t>
            </a:r>
          </a:p>
          <a:p>
            <a:pPr>
              <a:defRPr sz="2000"/>
            </a:pPr>
            <a:r>
              <a:t>Tagging</a:t>
            </a:r>
          </a:p>
          <a:p>
            <a:pPr>
              <a:defRPr sz="2000"/>
            </a:pPr>
            <a:r>
              <a:t>Storage</a:t>
            </a:r>
          </a:p>
          <a:p>
            <a:pPr>
              <a:defRPr sz="2000"/>
            </a:pPr>
            <a:r>
              <a:t>Dashboard</a:t>
            </a:r>
          </a:p>
        </p:txBody>
      </p:sp>
      <p:pic>
        <p:nvPicPr>
          <p:cNvPr id="4" name="Picture 3" descr="metadata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Endpoints</a:t>
            </a:r>
          </a:p>
          <a:p>
            <a:pPr>
              <a:defRPr sz="2000"/>
            </a:pPr>
            <a:r>
              <a:t>Gateway</a:t>
            </a:r>
          </a:p>
          <a:p>
            <a:pPr>
              <a:defRPr sz="2000"/>
            </a:pPr>
            <a:r>
              <a:t>Mock Mode</a:t>
            </a:r>
          </a:p>
          <a:p>
            <a:pPr>
              <a:defRPr sz="2000"/>
            </a:pPr>
            <a:r>
              <a:t>Risk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Systems</a:t>
            </a:r>
          </a:p>
          <a:p>
            <a:pPr>
              <a:defRPr sz="2000"/>
            </a:pPr>
            <a:r>
              <a:t>Runs</a:t>
            </a:r>
          </a:p>
          <a:p>
            <a:pPr>
              <a:defRPr sz="2000"/>
            </a:pPr>
            <a:r>
              <a:t>Incidents</a:t>
            </a:r>
          </a:p>
          <a:p>
            <a:pPr>
              <a:defRPr sz="2000"/>
            </a:pPr>
            <a:r>
              <a:t>Heatmap</a:t>
            </a:r>
          </a:p>
          <a:p>
            <a:pPr>
              <a:defRPr sz="2000"/>
            </a:pPr>
            <a:r>
              <a:t>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Systems</a:t>
            </a:r>
          </a:p>
          <a:p>
            <a:pPr>
              <a:defRPr sz="2000"/>
            </a:pPr>
            <a:r>
              <a:t>Runs</a:t>
            </a:r>
          </a:p>
          <a:p>
            <a:pPr>
              <a:defRPr sz="2000"/>
            </a:pPr>
            <a:r>
              <a:t>Incidents</a:t>
            </a:r>
          </a:p>
          <a:p>
            <a:pPr>
              <a:defRPr sz="2000"/>
            </a:pPr>
            <a:r>
              <a:t>Metadata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Offline</a:t>
            </a:r>
          </a:p>
          <a:p>
            <a:pPr>
              <a:defRPr sz="2000"/>
            </a:pPr>
            <a:r>
              <a:t>Simulated Output</a:t>
            </a:r>
          </a:p>
          <a:p>
            <a:pPr>
              <a:defRPr sz="2000"/>
            </a:pPr>
            <a:r>
              <a:t>Simulated Flags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Real Model Call</a:t>
            </a:r>
          </a:p>
          <a:p>
            <a:pPr>
              <a:defRPr sz="2000"/>
            </a:pPr>
            <a:r>
              <a:t>Requires Credits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Low</a:t>
            </a:r>
          </a:p>
          <a:p>
            <a:pPr>
              <a:defRPr sz="2000"/>
            </a:pPr>
            <a:r>
              <a:t>Medium</a:t>
            </a:r>
          </a:p>
          <a:p>
            <a:pPr>
              <a:defRPr sz="2000"/>
            </a:pPr>
            <a:r>
              <a:t>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Triggers</a:t>
            </a:r>
          </a:p>
          <a:p>
            <a:pPr>
              <a:defRPr sz="2000"/>
            </a:pPr>
            <a:r>
              <a:t>Severity</a:t>
            </a:r>
          </a:p>
          <a:p>
            <a:pPr>
              <a:defRPr sz="2000"/>
            </a:pPr>
            <a:r>
              <a:t>Timeline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Register</a:t>
            </a:r>
          </a:p>
          <a:p>
            <a:pPr>
              <a:defRPr sz="2000"/>
            </a:pPr>
            <a:r>
              <a:t>Run</a:t>
            </a:r>
          </a:p>
          <a:p>
            <a:pPr>
              <a:defRPr sz="2000"/>
            </a:pPr>
            <a:r>
              <a:t>Dashboard</a:t>
            </a:r>
          </a:p>
          <a:p>
            <a:pPr>
              <a:defRPr sz="2000"/>
            </a:pPr>
            <a:r>
              <a:t>Incidents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No runs</a:t>
            </a:r>
          </a:p>
          <a:p>
            <a:pPr>
              <a:defRPr sz="2000"/>
            </a:pPr>
            <a:r>
              <a:t>No incidents</a:t>
            </a:r>
          </a:p>
          <a:p>
            <a:pPr>
              <a:defRPr sz="2000"/>
            </a:pPr>
            <a:r>
              <a:t>Charts empty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Lineage</a:t>
            </a:r>
          </a:p>
          <a:p>
            <a:pPr>
              <a:defRPr sz="2000"/>
            </a:pPr>
            <a:r>
              <a:t>Compliance</a:t>
            </a:r>
          </a:p>
          <a:p>
            <a:pPr>
              <a:defRPr sz="2000"/>
            </a:pPr>
            <a:r>
              <a:t>Risk Heatmaps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